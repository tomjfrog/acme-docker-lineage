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know Golden Images and the rename/FROM gap. This meeting is the path: honest today, MVP next, AppTrust as the control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 it works for scoping what is already in Artifactory. Be explicit: this is not something you click in the UI. It is engineering time, edge cases, and no promote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a program, not a rip-and-replace. Tier 1 is honesty about today. Tier 2 is the recommendation to start. Tier 3 is the enterprise-grade end-state. Next three slides answer their questions in their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question as written, then the answer. Do not skip 'pulled through,' 'Acme Golden Image,' or 'another repository.'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1 must name all six signals. Card 3 must answer both halves: discovery MVP and long-term enforcement.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both verbs in card 1: report on non-Golden vs identify mirrored public origin. Card 2 is a clean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 is operational efficiency: stop paying the layer-diff tax on every new image. Historical images without metadata stay in the forensic bucket. Multi-hop: walk parent Evidence or store root_golden_digest on every 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Ideal end-state: Golden Image compliance is a gate, not a spreadsheet. AppTrust reads Evidence at promote. Present → move. Missing → block. If Evidence only names an intermediate, require a walk or root_golden_digest in CI — do not try to recurse the golden catalog inside the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the tomjpd2 PreProd dry-run here: payments-api pass, rogue-api fail. Same Evidence the MVP slide just described.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agreement on the MVP CI contract first. AppTrust is the destination, not the admission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758505"/>
            <a:ext cx="7966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JFROG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24000" y="4425255"/>
            <a:ext cx="11844486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67"/>
              </a:lnSpc>
              <a:buNone/>
            </a:pPr>
            <a:r>
              <a:rPr lang="en-US" sz="6600" b="1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Golden Image compliance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524000" y="5613946"/>
            <a:ext cx="751695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layer forensics to governed provenance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524000" y="6242596"/>
            <a:ext cx="59405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JFrog can do today — and the tiered path forward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13" kern="0" dirty="0">
                <a:solidFill>
                  <a:srgbClr val="E938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1314450"/>
            <a:ext cx="17602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Today, lineage is a layer-diff exercise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571750"/>
            <a:ext cx="8465790" cy="2685752"/>
          </a:xfrm>
          <a:prstGeom prst="roundRect">
            <a:avLst>
              <a:gd name="adj" fmla="val 2837"/>
            </a:avLst>
          </a:prstGeom>
          <a:solidFill>
            <a:srgbClr val="3D1A1A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95425" y="2924175"/>
            <a:ext cx="7993768" cy="2019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only way to determine lineage </a:t>
            </a:r>
            <a:pPr algn="l" indent="0" marL="0">
              <a:lnSpc>
                <a:spcPct val="115556"/>
              </a:lnSpc>
              <a:buNone/>
            </a:pPr>
            <a:r>
              <a:rPr lang="en-US" sz="1950" b="1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today </a:t>
            </a:r>
            <a:pPr algn="l" indent="0" marL="0">
              <a:lnSpc>
                <a:spcPct val="115556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 comparing image layer diffs (DiffIDs) against a Golden Image catalog. That can reconstruct ancestry after rename. It is also a custom, labor-intensive process — and Artifactory has </a:t>
            </a:r>
            <a:pPr algn="l" indent="0" marL="0">
              <a:lnSpc>
                <a:spcPct val="115556"/>
              </a:lnSpc>
              <a:buNone/>
            </a:pPr>
            <a:r>
              <a:rPr lang="en-US" sz="1950" b="1" dirty="0">
                <a:solidFill>
                  <a:srgbClr val="E938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native report </a:t>
            </a:r>
            <a:pPr algn="l" indent="0" marL="0">
              <a:lnSpc>
                <a:spcPct val="115556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Golden Image compliance.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5638502"/>
            <a:ext cx="1918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91989" y="5638502"/>
            <a:ext cx="49697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and maintain a Golden DiffID catalog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6171902"/>
            <a:ext cx="1918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91989" y="6171902"/>
            <a:ext cx="59937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 and match layers for every candidate image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6705302"/>
            <a:ext cx="1918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▪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91989" y="6705302"/>
            <a:ext cx="846330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Treat "no match" as inconclusive (squash, rebase, </a:t>
            </a:r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verpass Mono" pitchFamily="34" charset="0"/>
                <a:ea typeface="Overpass Mono" pitchFamily="34" charset="-122"/>
                <a:cs typeface="Overpass Mono" pitchFamily="34" charset="-120"/>
              </a:rPr>
              <a:t>FROM scratch </a:t>
            </a:r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— not a clean fail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218390" y="3695700"/>
            <a:ext cx="6926610" cy="2133600"/>
          </a:xfrm>
          <a:prstGeom prst="roundRect">
            <a:avLst>
              <a:gd name="adj" fmla="val 3571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94615" y="3971925"/>
            <a:ext cx="70115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Golden prefix present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494615" y="4314825"/>
            <a:ext cx="6374160" cy="361950"/>
          </a:xfrm>
          <a:prstGeom prst="roundRect">
            <a:avLst>
              <a:gd name="adj" fmla="val 10526"/>
            </a:avLst>
          </a:prstGeom>
          <a:solidFill>
            <a:srgbClr val="1A3A2A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18440" y="4400550"/>
            <a:ext cx="63177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Overpass Mono" pitchFamily="34" charset="0"/>
                <a:ea typeface="Overpass Mono" pitchFamily="34" charset="-122"/>
                <a:cs typeface="Overpass Mono" pitchFamily="34" charset="-120"/>
              </a:rPr>
              <a:t>sha256:9f2a…c1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494615" y="4752975"/>
            <a:ext cx="6374160" cy="361950"/>
          </a:xfrm>
          <a:prstGeom prst="roundRect">
            <a:avLst>
              <a:gd name="adj" fmla="val 10526"/>
            </a:avLst>
          </a:prstGeom>
          <a:solidFill>
            <a:srgbClr val="1A3A2A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18440" y="4838700"/>
            <a:ext cx="63177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Overpass Mono" pitchFamily="34" charset="0"/>
                <a:ea typeface="Overpass Mono" pitchFamily="34" charset="-122"/>
                <a:cs typeface="Overpass Mono" pitchFamily="34" charset="-120"/>
              </a:rPr>
              <a:t>sha256:7b40…e9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494615" y="5191125"/>
            <a:ext cx="6374160" cy="361950"/>
          </a:xfrm>
          <a:prstGeom prst="roundRect">
            <a:avLst>
              <a:gd name="adj" fmla="val 10526"/>
            </a:avLst>
          </a:prstGeom>
          <a:ln w="9525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18440" y="5276850"/>
            <a:ext cx="63177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Overpass Mono" pitchFamily="34" charset="0"/>
                <a:ea typeface="Overpass Mono" pitchFamily="34" charset="-122"/>
                <a:cs typeface="Overpass Mono" pitchFamily="34" charset="-120"/>
              </a:rPr>
              <a:t>sha256:1c88…aa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218390" y="6057900"/>
            <a:ext cx="6926610" cy="1695450"/>
          </a:xfrm>
          <a:prstGeom prst="roundRect">
            <a:avLst>
              <a:gd name="adj" fmla="val 4494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94615" y="6334125"/>
            <a:ext cx="70115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938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overlap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494615" y="6677025"/>
            <a:ext cx="6374160" cy="361950"/>
          </a:xfrm>
          <a:prstGeom prst="roundRect">
            <a:avLst>
              <a:gd name="adj" fmla="val 10526"/>
            </a:avLst>
          </a:prstGeom>
          <a:ln w="9525">
            <a:solidFill>
              <a:srgbClr val="2D37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18440" y="6762750"/>
            <a:ext cx="63177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Overpass Mono" pitchFamily="34" charset="0"/>
                <a:ea typeface="Overpass Mono" pitchFamily="34" charset="-122"/>
                <a:cs typeface="Overpass Mono" pitchFamily="34" charset="-120"/>
              </a:rPr>
              <a:t>sha256:44d0…31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494615" y="7115175"/>
            <a:ext cx="6374160" cy="361950"/>
          </a:xfrm>
          <a:prstGeom prst="roundRect">
            <a:avLst>
              <a:gd name="adj" fmla="val 10526"/>
            </a:avLst>
          </a:prstGeom>
          <a:ln w="9525">
            <a:solidFill>
              <a:srgbClr val="2D37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18440" y="7200900"/>
            <a:ext cx="63177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Overpass Mono" pitchFamily="34" charset="0"/>
                <a:ea typeface="Overpass Mono" pitchFamily="34" charset="-122"/>
                <a:cs typeface="Overpass Mono" pitchFamily="34" charset="-120"/>
              </a:rPr>
              <a:t>sha256:0aef…5c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18390" y="7981950"/>
            <a:ext cx="76192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Forensic. Not a product report.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43000" y="9525000"/>
            <a:ext cx="17602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Evidence Collection | Build Info | AppTrust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tiers. Same question. Better answers over time.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8288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 not wait for the last tier to start capturing provenance.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143000" y="2705100"/>
            <a:ext cx="5105400" cy="6000750"/>
          </a:xfrm>
          <a:prstGeom prst="roundRect">
            <a:avLst>
              <a:gd name="adj" fmla="val 1493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3525" y="3095625"/>
            <a:ext cx="47567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5" kern="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TIER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33525" y="3495675"/>
            <a:ext cx="475678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Today — forensics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33525" y="4095750"/>
            <a:ext cx="4454081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Layer-diff matching against the Golden catalog. Scopes the backlog. Custom, slow, not governed.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91300" y="2705100"/>
            <a:ext cx="5105400" cy="6000750"/>
          </a:xfrm>
          <a:prstGeom prst="roundRect">
            <a:avLst>
              <a:gd name="adj" fmla="val 1493"/>
            </a:avLst>
          </a:prstGeom>
          <a:solidFill>
            <a:srgbClr val="1A3A2A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81825" y="3095625"/>
            <a:ext cx="47567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5" kern="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TIER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81825" y="3495675"/>
            <a:ext cx="475678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Near term — MVP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981825" y="4095750"/>
            <a:ext cx="4454081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E6F4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E6F4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Evidence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E6F4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E6F4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Info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E6F4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every publish. Provenance becomes queryable metadata in Artifactory.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2039600" y="2705100"/>
            <a:ext cx="5105400" cy="6000750"/>
          </a:xfrm>
          <a:prstGeom prst="roundRect">
            <a:avLst>
              <a:gd name="adj" fmla="val 1493"/>
            </a:avLst>
          </a:prstGeom>
          <a:solidFill>
            <a:srgbClr val="1A3A2A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0125" y="3095625"/>
            <a:ext cx="47567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5" kern="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TIER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430125" y="3495675"/>
            <a:ext cx="475678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— governance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430125" y="4095750"/>
            <a:ext cx="4454081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E6F4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AppTrust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E6F4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consumes that same metadata and enforces Golden Image policy at promote/release.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43000" y="9048750"/>
            <a:ext cx="17602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tier builds on the last. You do not throw away Evidence when AppTrust turns on.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questions — what JFrog can say today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43000" y="1724025"/>
            <a:ext cx="16002000" cy="1785938"/>
          </a:xfrm>
          <a:prstGeom prst="roundRect">
            <a:avLst>
              <a:gd name="adj" fmla="val 4267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57325" y="2000250"/>
            <a:ext cx="169106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can JFrog tell us today about the upstream/base image source for container images already stored or pulled through Artifactory?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457325" y="2400300"/>
            <a:ext cx="15834551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Today: digest, ordered layers, and whatever Build Info or Evidence was already published. Artifactory does </a:t>
            </a:r>
            <a:pPr algn="l" indent="0" marL="0">
              <a:lnSpc>
                <a:spcPct val="109615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</a:t>
            </a:r>
            <a:pPr algn="l" indent="0" marL="0">
              <a:lnSpc>
                <a:spcPct val="109615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retain the original </a:t>
            </a:r>
            <a:pPr algn="l" indent="0" marL="0">
              <a:lnSpc>
                <a:spcPct val="109615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Overpass Mono" pitchFamily="34" charset="0"/>
                <a:ea typeface="Overpass Mono" pitchFamily="34" charset="-122"/>
                <a:cs typeface="Overpass Mono" pitchFamily="34" charset="-120"/>
              </a:rPr>
              <a:t>FROM </a:t>
            </a:r>
            <a:pPr algn="l" indent="0" marL="0">
              <a:lnSpc>
                <a:spcPct val="109615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name, and it has no native report of upstream/base source or Golden Image compliance. Stored locals: custom layer-diff against a Golden catalog. Pulled-through remotes: path of the cached artifact only — that is not lineage for a derived app image.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143000" y="3719512"/>
            <a:ext cx="16002000" cy="2052637"/>
          </a:xfrm>
          <a:prstGeom prst="roundRect">
            <a:avLst>
              <a:gd name="adj" fmla="val 3712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57325" y="3995738"/>
            <a:ext cx="1583455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 JFrog determine whether a derived image originally came from an Acme Golden Image if the image was renamed, retagged, or pushed to another repository?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57325" y="4681538"/>
            <a:ext cx="15834551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425" b="1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Yes </a:t>
            </a:r>
            <a:pPr algn="l" indent="0" marL="0">
              <a:lnSpc>
                <a:spcPct val="109615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renamed or retagged images in Artifactory — digest and layer chain do not change, so a Golden layer prefix can still match. </a:t>
            </a:r>
            <a:pPr algn="l" indent="0" marL="0">
              <a:lnSpc>
                <a:spcPct val="109615"/>
              </a:lnSpc>
              <a:buNone/>
            </a:pPr>
            <a:r>
              <a:rPr lang="en-US" sz="1425" b="1" dirty="0">
                <a:solidFill>
                  <a:srgbClr val="FFCF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Partially </a:t>
            </a:r>
            <a:pPr algn="l" indent="0" marL="0">
              <a:lnSpc>
                <a:spcPct val="109615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pushed to another repository: another Artifactory Docker local, query by digest; ACR/ECR (or any registry outside Artifactory) only if that same digest is re-pushed here. Evidence does not follow a new name — look up by digest.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143000" y="5981700"/>
            <a:ext cx="16002000" cy="1495425"/>
          </a:xfrm>
          <a:prstGeom prst="roundRect">
            <a:avLst>
              <a:gd name="adj" fmla="val 5096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7325" y="6257925"/>
            <a:ext cx="169106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are the gaps or limitations Acme should expect with historical images already built without required metadata?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57325" y="6657975"/>
            <a:ext cx="1583455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Acme should expect </a:t>
            </a:r>
            <a:pPr algn="l" indent="0" marL="0">
              <a:lnSpc>
                <a:spcPct val="109615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queryable provenance </a:t>
            </a:r>
            <a:pPr algn="l" indent="0" marL="0">
              <a:lnSpc>
                <a:spcPct val="109615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no FROM, no Evidence, no useful Build Info. The only option is labor-intensive layer-diff, which is inconclusive after squash, rebase, or FROM scratch — not a clean "not Golden." Images that never entered Artifactory are out of scope unless they are re-pushed.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questions — how we distinguish, and what to capture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43000" y="1724025"/>
            <a:ext cx="16002000" cy="1495425"/>
          </a:xfrm>
          <a:prstGeom prst="roundRect">
            <a:avLst>
              <a:gd name="adj" fmla="val 5096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57325" y="2000250"/>
            <a:ext cx="169106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 JFrog distinguish Golden Image usage from non-Golden Image usage using repository path, digest, image layers, build info, SBOM, or OCI metadata?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457325" y="2400300"/>
            <a:ext cx="1583455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425" b="1" dirty="0">
                <a:solidFill>
                  <a:srgbClr val="FFCF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Partially — signal by signal. </a:t>
            </a:r>
            <a:pPr algn="l" indent="0" marL="0">
              <a:lnSpc>
                <a:spcPct val="109615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Repository path: no (teams publish to their own repos). Digest: identity key, not Golden by itself. Image layers: yes (Golden DiffID prefix; heuristic). Build info: yes, if CI recorded the base. SBOM: no (package inventory ≠ base image). OCI metadata: weak (history/commands, not repo/name:tag of the parent).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143000" y="3429000"/>
            <a:ext cx="16002000" cy="1533525"/>
          </a:xfrm>
          <a:prstGeom prst="roundRect">
            <a:avLst>
              <a:gd name="adj" fmla="val 4969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57325" y="3705225"/>
            <a:ext cx="169106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metadata or build information must be captured going forward to make lineage tracking reliable?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57325" y="4105275"/>
            <a:ext cx="15834551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Digest-pinned FROM. Build Info on every </a:t>
            </a:r>
            <a:pPr algn="l" indent="0" marL="0">
              <a:lnSpc>
                <a:spcPct val="109615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Overpass Mono" pitchFamily="34" charset="0"/>
                <a:ea typeface="Overpass Mono" pitchFamily="34" charset="-122"/>
                <a:cs typeface="Overpass Mono" pitchFamily="34" charset="-120"/>
              </a:rPr>
              <a:t>jf docker push </a:t>
            </a:r>
            <a:pPr algn="l" indent="0" marL="0">
              <a:lnSpc>
                <a:spcPct val="109615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/ build-publish. Signed Evidence on the image digest: child digest, immediate base name + digest, preferably </a:t>
            </a:r>
            <a:pPr algn="l" indent="0" marL="0">
              <a:lnSpc>
                <a:spcPct val="109615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Overpass Mono" pitchFamily="34" charset="0"/>
                <a:ea typeface="Overpass Mono" pitchFamily="34" charset="-122"/>
                <a:cs typeface="Overpass Mono" pitchFamily="34" charset="-120"/>
              </a:rPr>
              <a:t>root_golden_digest </a:t>
            </a:r>
            <a:pPr algn="l" indent="0" marL="0">
              <a:lnSpc>
                <a:spcPct val="109615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(or a walk to the Acme Golden catalog). Name and tag are not enough.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143000" y="5172075"/>
            <a:ext cx="16002000" cy="1781175"/>
          </a:xfrm>
          <a:prstGeom prst="roundRect">
            <a:avLst>
              <a:gd name="adj" fmla="val 4278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7325" y="5448300"/>
            <a:ext cx="1583455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the minimum viable solution JFrog recommends for current-state discovery, and what is the long-term solution for governance and enforcement?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57325" y="6134100"/>
            <a:ext cx="1583455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Current-state discovery (MVP): </a:t>
            </a:r>
            <a:pPr algn="l" indent="0" marL="0">
              <a:lnSpc>
                <a:spcPct val="109615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Evidence + Build Info on new publishes so Artifactory can be queried; layer-diff only to scope historical images that have no metadata. </a:t>
            </a:r>
            <a:pPr algn="l" indent="0" marL="0">
              <a:lnSpc>
                <a:spcPct val="109615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Long-term governance and enforcement: </a:t>
            </a:r>
            <a:pPr algn="l" indent="0" marL="0">
              <a:lnSpc>
                <a:spcPct val="109615"/>
              </a:lnSpc>
              <a:buNone/>
            </a:pPr>
            <a:r>
              <a:rPr lang="en-US" sz="1425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AppTrust / Unified Policy promote gates that require that same derived-from-Golden Evidence. Same metadata. Stronger control.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questions — what this solution does not cover yet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43000" y="1990725"/>
            <a:ext cx="16002000" cy="2074366"/>
          </a:xfrm>
          <a:prstGeom prst="roundRect">
            <a:avLst>
              <a:gd name="adj" fmla="val 3673"/>
            </a:avLst>
          </a:prstGeom>
          <a:solidFill>
            <a:srgbClr val="3D1A1A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95425" y="2324100"/>
            <a:ext cx="168268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 JFrog report on non-Golden Images and identify whether they came from mirrored public repositories?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95425" y="2771775"/>
            <a:ext cx="1575606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FFCF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Partially. </a:t>
            </a:r>
            <a:pPr algn="l" indent="0" marL="0">
              <a:lnSpc>
                <a:spcPct val="120000"/>
              </a:lnSpc>
              <a:buNone/>
            </a:pPr>
            <a:r>
              <a:rPr lang="en-US" sz="1575" dirty="0">
                <a:solidFill>
                  <a:srgbClr val="E6C8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 on non-Golden Images: yes — classify as not derived from the Acme Golden catalog (no layer prefix / no Golden Evidence). Identify whether they came from mirrored public repositories: no, not as a first-class finding for derived app images. That needs a mirror catalog or remote-cache join, which is not this path.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1143000" y="4369891"/>
            <a:ext cx="16002000" cy="1754386"/>
          </a:xfrm>
          <a:prstGeom prst="roundRect">
            <a:avLst>
              <a:gd name="adj" fmla="val 4343"/>
            </a:avLst>
          </a:prstGeom>
          <a:solidFill>
            <a:srgbClr val="3D1A1A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5425" y="4703266"/>
            <a:ext cx="168268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 JFrog identify images that are outdated, EOL, or not refreshed within a given timeframe?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95425" y="5150941"/>
            <a:ext cx="157560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E938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</a:t>
            </a:r>
            <a:pPr algn="l" indent="0" marL="0">
              <a:lnSpc>
                <a:spcPct val="120000"/>
              </a:lnSpc>
              <a:buNone/>
            </a:pPr>
            <a:r>
              <a:rPr lang="en-US" sz="1575" dirty="0">
                <a:solidFill>
                  <a:srgbClr val="E6C8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not in this lineage solution. JFrog cannot identify outdated, EOL, or unrefreshed images from Golden Image provenance work. Do identity first (Golden vs not). Freshness/EOL is a later discussion (golden versions, artifact age, Xray/Catalog).</a:t>
            </a:r>
            <a:endParaRPr lang="en-US" sz="15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MVP: capture provenance with what you already have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8669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Evidence and Build Info are existing JFrog capabilities. Use them so Artifactory can be queried for lineage instead of reverse-engineering layers.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4738688"/>
            <a:ext cx="1918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▪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91989" y="4738688"/>
            <a:ext cx="7670627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Info </a:t>
            </a:r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publish with </a:t>
            </a:r>
            <a:pPr algn="l" indent="0" marL="0">
              <a:lnSpc>
                <a:spcPct val="109091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verpass Mono" pitchFamily="34" charset="0"/>
                <a:ea typeface="Overpass Mono" pitchFamily="34" charset="-122"/>
                <a:cs typeface="Overpass Mono" pitchFamily="34" charset="-120"/>
              </a:rPr>
              <a:t>jf docker push --build-name/--build-number </a:t>
            </a:r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 the image is tied to a build, not only a tag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5672138"/>
            <a:ext cx="1918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91989" y="5672138"/>
            <a:ext cx="767062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Evidence </a:t>
            </a:r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signed lineage on the digest: child image, immediate base, preferably root Golden digest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6586538"/>
            <a:ext cx="1918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91989" y="6586538"/>
            <a:ext cx="767062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Query </a:t>
            </a:r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look up provenance by package/digest in Artifactory; rename no longer orphans the story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961465" y="4443413"/>
            <a:ext cx="2670721" cy="666750"/>
          </a:xfrm>
          <a:prstGeom prst="roundRect">
            <a:avLst>
              <a:gd name="adj" fmla="val 11429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37690" y="4662488"/>
            <a:ext cx="21983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Overpass Mono" pitchFamily="34" charset="0"/>
                <a:ea typeface="Overpass Mono" pitchFamily="34" charset="-122"/>
                <a:cs typeface="Overpass Mono" pitchFamily="34" charset="-120"/>
              </a:rPr>
              <a:t>CI pin FROM @sha256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3210877" y="5205413"/>
            <a:ext cx="24824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↓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143631" y="5662613"/>
            <a:ext cx="2306538" cy="685800"/>
          </a:xfrm>
          <a:prstGeom prst="roundRect">
            <a:avLst>
              <a:gd name="adj" fmla="val 11111"/>
            </a:avLst>
          </a:prstGeom>
          <a:solidFill>
            <a:srgbClr val="1A3A2A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19856" y="5881687"/>
            <a:ext cx="18302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Info + Evidence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3210877" y="6443663"/>
            <a:ext cx="24824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↓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2184559" y="6900863"/>
            <a:ext cx="2224683" cy="666750"/>
          </a:xfrm>
          <a:prstGeom prst="roundRect">
            <a:avLst>
              <a:gd name="adj" fmla="val 11429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60784" y="7119938"/>
            <a:ext cx="174843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Overpass Mono" pitchFamily="34" charset="0"/>
                <a:ea typeface="Overpass Mono" pitchFamily="34" charset="-122"/>
                <a:cs typeface="Overpass Mono" pitchFamily="34" charset="-120"/>
              </a:rPr>
              <a:t>query by digest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143000" y="9505950"/>
            <a:ext cx="17602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is the system of record for new publishes. Layer diffs remain a backstop for images that never got metadata.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state: AppTrust as enterprise governance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84785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AppTrust does not replace Evidence or Build Info. It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governs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them.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3000" y="2828925"/>
            <a:ext cx="4825901" cy="1695450"/>
          </a:xfrm>
          <a:prstGeom prst="roundRect">
            <a:avLst>
              <a:gd name="adj" fmla="val 4494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7325" y="3143250"/>
            <a:ext cx="46169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Evidence + Build Info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57325" y="3543300"/>
            <a:ext cx="4616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35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already on the package, queryable in Artifactory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30801" y="2828925"/>
            <a:ext cx="838200" cy="173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730901" y="2828925"/>
            <a:ext cx="4826050" cy="1695450"/>
          </a:xfrm>
          <a:prstGeom prst="roundRect">
            <a:avLst>
              <a:gd name="adj" fmla="val 4494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5226" y="3143250"/>
            <a:ext cx="46171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AppTrust / Unified Policy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045226" y="3543300"/>
            <a:ext cx="432332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35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derived-from-golden required entry gate, block mode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518850" y="2828925"/>
            <a:ext cx="838200" cy="173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2318950" y="2828925"/>
            <a:ext cx="4826050" cy="1695450"/>
          </a:xfrm>
          <a:prstGeom prst="roundRect">
            <a:avLst>
              <a:gd name="adj" fmla="val 4494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33275" y="3143250"/>
            <a:ext cx="46171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633275" y="3562350"/>
            <a:ext cx="46171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35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 → PreProd / Prod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633275" y="3952875"/>
            <a:ext cx="46171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350" dirty="0">
                <a:solidFill>
                  <a:srgbClr val="E938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fail → stop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" y="4943475"/>
            <a:ext cx="17602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Same predicates. Promote-time enforcement. No re-architecture of the CI contract.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gate reads the Evidence you already attached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4857750"/>
            <a:ext cx="1918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▪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91989" y="4857750"/>
            <a:ext cx="52536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Near term: teams query Evidence / Build Info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5429250"/>
            <a:ext cx="1918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▪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91989" y="5429250"/>
            <a:ext cx="576335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Future: AppTrust blocks promote unless that Evidence is on the version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6343650"/>
            <a:ext cx="1918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▪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91989" y="6343650"/>
            <a:ext cx="3504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second provenance model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597080" y="2209800"/>
            <a:ext cx="9547920" cy="7124700"/>
          </a:xfrm>
          <a:prstGeom prst="roundRect">
            <a:avLst>
              <a:gd name="adj" fmla="val 1070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71981" y="5186363"/>
            <a:ext cx="43977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[PLACEHOLDER: Gate Screenshot]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20245" y="5700713"/>
            <a:ext cx="5101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i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AppTrust / Unified Policy dry-run — derived-from-golden pass vs fail. Replace this box with the live gate screenshot before customer delivery.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Start capturing. Govern when ready.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143000" y="2343150"/>
            <a:ext cx="5105400" cy="6219825"/>
          </a:xfrm>
          <a:prstGeom prst="roundRect">
            <a:avLst>
              <a:gd name="adj" fmla="val 1493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95425" y="2695575"/>
            <a:ext cx="484060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75" kern="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495425" y="3076575"/>
            <a:ext cx="453256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Layer diffs only to scope the existing estate. No native compliance report.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91300" y="2343150"/>
            <a:ext cx="5105400" cy="6219825"/>
          </a:xfrm>
          <a:prstGeom prst="roundRect">
            <a:avLst>
              <a:gd name="adj" fmla="val 1493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3725" y="2695575"/>
            <a:ext cx="484060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75" kern="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43725" y="3076575"/>
            <a:ext cx="453256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Evidence + Build Info on every image publish. Query provenance in Artifactory.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2039600" y="2343150"/>
            <a:ext cx="5105400" cy="6219825"/>
          </a:xfrm>
          <a:prstGeom prst="roundRect">
            <a:avLst>
              <a:gd name="adj" fmla="val 1493"/>
            </a:avLst>
          </a:prstGeom>
          <a:solidFill>
            <a:srgbClr val="1A2332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92025" y="2695575"/>
            <a:ext cx="484060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75" kern="0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LATER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392025" y="3076575"/>
            <a:ext cx="453256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AppTrust gates on that same metadata. Enterprise Golden Image enforcement.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43000" y="9020175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40C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Forensics for the past. Evidence for the record. AppTrust for the control plane.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2026-08-24T20:07:46Z</dcterms:created>
  <dcterms:modified xsi:type="dcterms:W3CDTF">2026-08-24T20:07:46Z</dcterms:modified>
</cp:coreProperties>
</file>